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各位老师好，我是乔翔。今天我汇报的项目是我的嵌入式创新应用设计结课作品——《虚实融合全域康养数字生命系统》。这是一个顺应未来数字大健康、创新人机交互打造的综合商用级原型。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传统的大健康养老系统多是冷冰冰的静态表单，而且像脑瘫、失智老人等需要的神经认知康复手段极其枯燥。因此，我们立志打造一个能看得到“活的数据”、能够用大脑主动交互的虚实融合生命舱。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我们的系统由三大子系统组成。首页通过仿真嵌入式开机日志流，营造出极强的系统健壮感；数字生命档案模块可以实时看清你的心率、血氧走势；而脑机接口模块则真正引入了前沿的脑电认知交互。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本系统的一大核心看点是数据的全息可视化。我们通过 Chart.js 引擎，在数字生命档案中成功运行了“综合研发拓扑网络”。它不仅能度量健康，还能通过我们之前修复的底层 JS 防错加载机制，完美高亮地呈现出个人的各项研发能效与挂载的荣誉 PDF 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大家可以看到我们的前端界面，采用了前沿的赛博暗黑风格。我们在之前的版本上进行了全面的交互升级，所有子页面均加入了高亮返回主控台的闭环跳转按键。通过精细的 CSS 阴影与动态过场，达到了极高的商用级结课作品完成度。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在未来，我们会将这套前端系统正式接入真实的嵌入式硬件传感器和脑电帽。让这套“全域康养数字生命系统”真正具备软硬件一体的边缘计算能力，走向高端康养社区。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我的期末结课项目路演到此结束，感谢老师们的聆听！请各位老师多多指教，谢谢！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e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8.sv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667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虚实融合全域康养数字生命系统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3937000"/>
            <a:ext cx="5080000" cy="25400"/>
          </a:xfrm>
          <a:prstGeom prst="roundRect">
            <a:avLst>
              <a:gd name="adj" fmla="val 0"/>
            </a:avLst>
          </a:prstGeom>
          <a:solidFill>
            <a:srgbClr val="00F2F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44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前沿脑机接口与多维全息健康资产的“全景数字孪生控制台”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5651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汇报人：乔翔   |   北京信息职业技术学院（东坝校区）嵌入式期末结课作品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76000" y="0"/>
            <a:ext cx="1016000" cy="68580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F00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传统智慧健康与康复产业的行业断层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6923" b="26923"/>
          <a:stretch>
            <a:fillRect/>
          </a:stretch>
        </p:blipFill>
        <p:spPr>
          <a:xfrm>
            <a:off x="762000" y="2032000"/>
            <a:ext cx="3302000" cy="20320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4144" b="4144"/>
          <a:stretch>
            <a:fillRect/>
          </a:stretch>
        </p:blipFill>
        <p:spPr>
          <a:xfrm>
            <a:off x="762000" y="4318000"/>
            <a:ext cx="3302000" cy="2032000"/>
          </a:xfrm>
          <a:prstGeom prst="rect">
            <a:avLst/>
          </a:prstGeom>
          <a:noFill/>
          <a:ln w="12700" cap="flat" cmpd="sng">
            <a:solidFill>
              <a:srgbClr val="FF0033">
                <a:alpha val="40000"/>
              </a:srgbClr>
            </a:solidFill>
            <a:prstDash val="solid"/>
            <a:round/>
          </a:ln>
        </p:spPr>
      </p:pic>
      <p:cxnSp>
        <p:nvCxnSpPr>
          <p:cNvPr id="8" name="Connector 8"/>
          <p:cNvCxnSpPr/>
          <p:nvPr/>
        </p:nvCxnSpPr>
        <p:spPr>
          <a:xfrm rot="5389889">
            <a:off x="2413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953000" y="2032000"/>
            <a:ext cx="6477000" cy="1460500"/>
          </a:xfrm>
          <a:prstGeom prst="roundRect">
            <a:avLst>
              <a:gd name="adj" fmla="val 0"/>
            </a:avLst>
          </a:prstGeom>
          <a:solidFill>
            <a:srgbClr val="00F2FE">
              <a:alpha val="8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953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222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842000" y="2159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01. 静态数据孤岛：档案僵化，缺乏动态追踪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7314">
            <a:off x="5207007" y="27241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207000" y="2857500"/>
            <a:ext cx="596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传统健康档案多为死板、被动的表格录入，仅记录碎片化的历史信息，缺乏对心率、血氧等动态生命体征的连贯可视化追踪，无法形成完整的健康数据闭环。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953000" y="3683000"/>
            <a:ext cx="6477000" cy="1460500"/>
          </a:xfrm>
          <a:prstGeom prst="roundRect">
            <a:avLst>
              <a:gd name="adj" fmla="val 0"/>
            </a:avLst>
          </a:prstGeom>
          <a:solidFill>
            <a:srgbClr val="FF0033">
              <a:alpha val="8000"/>
            </a:srgbClr>
          </a:solidFill>
          <a:ln w="12700" cap="flat" cmpd="sng">
            <a:solidFill>
              <a:srgbClr val="FF003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953000" y="368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FF00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387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842000" y="3810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33"/>
                </a:solidFill>
                <a:latin typeface="Noto Sans SC"/>
                <a:ea typeface="Noto Sans SC"/>
                <a:cs typeface="Noto Sans SC"/>
                <a:sym typeface="Noto Sans SC"/>
              </a:rPr>
              <a:t>02. 主动康复趣味匮乏：训练枯燥，成效难量化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7314">
            <a:off x="5207007" y="43751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00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207000" y="4508500"/>
            <a:ext cx="596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针对脑功能、认知障碍（如阿尔茨海默病）患者的康复训练形式单一、过程极其枯燥，导致患者顺应性差、参与度低，且康复成效缺乏科学的量化评估体系。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5334000"/>
            <a:ext cx="647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953000" y="533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5524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842000" y="5461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系统联动性弱：平台割裂，缺乏综合主控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7314">
            <a:off x="5207007" y="58991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207000" y="5969000"/>
            <a:ext cx="596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市面系统普遍功能割裂，尚未出现能打通“生理体征监测、神经康复训练、个体社会化荣誉资产”的一体化综合主控台，难以实现全维度的健康管理。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三大商用级核心技术节点构建生态闭环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中心主控台（Index OS）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内嵌模拟嵌入式系统开机日志流交互逻辑，提供全屏动态赛博玻璃拟态界面，通过沉浸式终端交互强化系统底层的稳定感与科技属性，构建生态的核心控制中枢。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556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商用个人数字生命档案（Profile Matrix）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Chart.js 渲染心率、血氧流式动态折线图，支持交互式 Modal 弹窗异步修改物理生命密匙，实现生理数据的实时可视化监控与个性化权限管理，完成生命数据的数字化沉淀。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508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5080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脑机接口（BCI）认知康复主动训练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模拟引入非侵入式脑电波（EEG）专注力充能矩阵，以强交互视觉反馈引导神经通路重塑，将前沿脑科学技术转化为可商用的认知康复训练方案，拓宽生态的应用边界。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8423" r="8423"/>
          <a:stretch>
            <a:fillRect/>
          </a:stretch>
        </p:blipFill>
        <p:spPr>
          <a:xfrm>
            <a:off x="7112000" y="2159000"/>
            <a:ext cx="4318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112000" y="53340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239000" y="546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通过“主控-档案-训练”的三足鼎立架构，构建完整的商用闭环。以赛博视觉语言重构交互逻辑，将抽象的技术节点转化为可感知、可交互的沉浸式体验系统。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00F2F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6350000" cy="6350000"/>
          </a:xfrm>
          <a:prstGeom prst="ellipse">
            <a:avLst/>
          </a:prstGeom>
          <a:solidFill>
            <a:srgbClr val="00F2F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前沿图表引擎驱动，多维能力全息度量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032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141414">
              <a:alpha val="6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159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全时生命折线大盘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7305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打破传统静态纸质档案的信息孤岛，通过动态Chart.js引擎实现生理指征全时、自适应高亮变化追踪，让数据随时间维度可视化流动。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195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141414">
              <a:alpha val="6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619500"/>
            <a:ext cx="508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746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多维能力拓扑网络 (Radar Matrix)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系统特制全息雷达图，全景覆盖代码编写、物联网硬件适配、逻辑推演等6大核心研发与个体指标，毫秒级刷新，实时掌控每一个节点的能效状态。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141414">
              <a:alpha val="6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00F2FE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594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308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无缝文件挂载链路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816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底层挂载结构化Excel数据与对应PDF荣誉数据包，支持浏览器新标签页独立全屏透视，实现数据与凭证的无损关联展示。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89889">
            <a:off x="4572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rcRect l="781" r="781"/>
          <a:stretch>
            <a:fillRect/>
          </a:stretch>
        </p:blipFill>
        <p:spPr>
          <a:xfrm>
            <a:off x="6985000" y="2032000"/>
            <a:ext cx="4445000" cy="25400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985000" y="4953000"/>
            <a:ext cx="4445000" cy="14605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12700" cap="flat" cmpd="sng">
            <a:solidFill>
              <a:srgbClr val="00F2F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75500" y="508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基于Chart.js深度定制的可视化引擎，完美适配暗黑模式下的高对比度展示。通过底层JS防错加载机制，确保复杂拓扑数据渲染零延迟、无卡顿，实现从宏观网络到微观节点的全息穿透式洞察。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极致用户交互：从命令行美学到高频互动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F2F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31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返回首页（Index.html）逻辑重构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914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11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所有子模块（荣誉粒子大厅、生命档案）均已全系统化、体系化地内嵌“退出当前节点，回退到主控台”的极简安全退出链，构建完整的交互闭环，确保用户操作路径清晰可控。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12700" cap="flat" cmpd="sng">
            <a:solidFill>
              <a:srgbClr val="00F2F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3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商用级动态弹窗交互体验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520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33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点击证书、档案等关键内容，直接触发大图Modal镜像遮罩层，配合流畅的过渡动画与层级管理，提升视觉沉浸感，打造符合商用标准的细腻交互细节。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582">
            <a:off x="4381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2698" r="2698"/>
          <a:stretch>
            <a:fillRect/>
          </a:stretch>
        </p:blipFill>
        <p:spPr>
          <a:xfrm>
            <a:off x="6731000" y="2159000"/>
            <a:ext cx="4699000" cy="27940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731000" y="5334000"/>
            <a:ext cx="469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21500" y="546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C8C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基于赛博暗黑风格的系统界面展示，通过高对比度霓虹光效与极简布局，呈现未来感的用户操作终端，实现视觉表现与功能逻辑的完美统一。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迈向真正的“脑机融合-边缘微型康养舱”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F2F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8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336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当前阶段：前端架构与数据可视化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2660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完成基于标准前端HTML5架构的多模块联动，实现动态生理数据的实时图表渲染，构建可视化的基础交互界面。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195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8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46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7211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下一阶段：嵌入式硬件互联与离线部署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1016008" y="4248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3815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对接树莓派/Arduino传感器采集真实心率，打通物理层数据链路；完成Termux移动端本地离线部署，实现边缘侧独立运行。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8000"/>
            </a:srgbClr>
          </a:solidFill>
          <a:ln w="12700" cap="flat" cmpd="sng">
            <a:solidFill>
              <a:srgbClr val="00F2F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34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3086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远景目标：AI驱动的脑机交互康复闭环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4">
            <a:off x="1016008" y="5835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943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结合个人数字生命档案与AI大模型，全自动生成并下发个性化脑机交互康复训练处方，打造智能化的微型康养舱系统。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89889">
            <a:off x="4572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2F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85000" y="2032000"/>
            <a:ext cx="1460500" cy="14605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6985000" y="3619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树莓派主控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8C8C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高性能边缘计算核心，支撑多传感器数据的实时采集与处理。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636000" y="2032000"/>
            <a:ext cx="1460500" cy="14605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8636000" y="3619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Arduino传感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8C8C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灵活适配各类生理传感器模组，构建低成本、高扩展的硬件底座。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rcRect l="10681" r="10681"/>
          <a:stretch>
            <a:fillRect/>
          </a:stretch>
        </p:blipFill>
        <p:spPr>
          <a:xfrm>
            <a:off x="10223500" y="2032000"/>
            <a:ext cx="1460500" cy="1460500"/>
          </a:xfrm>
          <a:prstGeom prst="rect">
            <a:avLst/>
          </a:prstGeom>
          <a:noFill/>
          <a:ln w="12700" cap="flat" cmpd="sng">
            <a:solidFill>
              <a:srgbClr val="00F2FE">
                <a:alpha val="40000"/>
              </a:srgbClr>
            </a:solidFill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10223500" y="3619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脑电采集头环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8C8C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无创式脑机接口设备，实时捕捉EEG脑电信号，实现人机意念交互。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985000" y="5207000"/>
            <a:ext cx="4699000" cy="1333500"/>
          </a:xfrm>
          <a:prstGeom prst="roundRect">
            <a:avLst>
              <a:gd name="adj" fmla="val 0"/>
            </a:avLst>
          </a:prstGeom>
          <a:solidFill>
            <a:srgbClr val="00F2FE">
              <a:alpha val="5000"/>
            </a:srgbClr>
          </a:solidFill>
          <a:ln w="12700" cap="flat" cmpd="sng">
            <a:solidFill>
              <a:srgbClr val="00F2FE">
                <a:alpha val="15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112000" y="53340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通过软硬件深度耦合，构建“感知-计算-干预”的完整闭环，让康养系统从云端走向边缘，实现更安全、更实时、更个性化的脑机融合体验。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虚实融合 · 智领健康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191000" y="4191000"/>
            <a:ext cx="3810000" cy="25400"/>
          </a:xfrm>
          <a:prstGeom prst="roundRect">
            <a:avLst>
              <a:gd name="adj" fmla="val 0"/>
            </a:avLst>
          </a:prstGeom>
          <a:solidFill>
            <a:srgbClr val="00F2F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感谢各位评委老师的聆听与指导！您的建议将是我完善项目、探索创新的宝贵动力，恳请批评指正。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</a:t>
            </a:r>
            <a:r>
              <a:rPr lang="en-US" sz="1600" b="1" i="0" u="none" strike="noStrike">
                <a:solidFill>
                  <a:srgbClr val="00F2FE"/>
                </a:solidFill>
                <a:latin typeface="Noto Sans SC"/>
                <a:ea typeface="Noto Sans SC"/>
                <a:cs typeface="Noto Sans SC"/>
                <a:sym typeface="Noto Sans SC"/>
              </a:rPr>
              <a:t>乔翔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宽屏</PresentationFormat>
  <Paragraphs>70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1000 skill</cp:lastModifiedBy>
  <cp:revision>1</cp:revision>
  <dcterms:modified xsi:type="dcterms:W3CDTF">2026-06-15T12:51:28Z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{"Label":"1","ContentProducer":"001191110102MACQD9K64010000","ProduceID":"7651603463378422962","ReservedCode1":"","ContentPropagator":"","PropagateID":"","ReservedCode2":""}</vt:lpwstr>
  </property>
</Properties>
</file>